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60A5FA"/>
                </a:solidFill>
              </a:defRPr>
            </a:pPr>
            <a:r>
              <a:t>PROJETO DE CIÊNCIA DE DADOS — ALS / LS</a:t>
            </a:r>
          </a:p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</a:defRPr>
            </a:pPr>
            <a:r>
              <a:t>Forecast de Consumo de Amostras e Vendas no Microsoft Fabric</a:t>
            </a:r>
          </a:p>
          <a:p>
            <a:pPr>
              <a:spcAft>
                <a:spcPts val="3600"/>
              </a:spcAft>
              <a:defRPr sz="1800">
                <a:solidFill>
                  <a:srgbClr val="CBD5E1"/>
                </a:solidFill>
              </a:defRPr>
            </a:pPr>
            <a:r>
              <a:t>Plano de Execução sobre as Camadas Bronze/Silver Existentes, FinOps (Capacidade F8) e Acurácia em Produção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Reunião de Alinhamento e Validação Técnica  |  Ecossistema Azure / OneLake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1. Visão Geral e Escopo da Fase 1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Mudança de paradigma: projetar vendas a partir do consumo real dos equipamentos (~5 milhões de amostras/ano)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548640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KPI 1 — Forecast de Consumo de Amostras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Ordem de dependência: Consumo puxa a venda (horímetro -&gt; coleta -&gt; pedido).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Visão Real: Baseada em horas trabalhadas, meses/ano e intervalo por compartimento (motor 250h, hidráulico 500h, arrefecimento 1000h; preventiva vs. meia preventiva).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Visão Potencial: Cobertura (% Achieved = monitorados vs. cadastrados) + benchmark de clientes similares do mesmo segmento.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Granularidade: Cliente -&gt; Equipamento -&gt; Compartimento (agregável por setor/segmento).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Sinais de Ação: Queda &gt;20% no volume do cliente e 'compartimento churn'.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KPI 2 — Forecast de Vendas (Predict Revenue)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Derivado do Consumo: Quantifica a correlação amostra processada -&gt; faturamento.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Foco Executivo: Atualização semanal e mensal mirando o EBIT (não apenas preço).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Composição (6 blocos): Recorrente (&gt;=6m/12 e &lt;90d sem redutor de 70%), Não Recorrente Ativa, Novos, Reativados (+1 ano), Churn (&gt;6m) e Variável de Mercado.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Cross-Check Automatizado: Desconta quem já faturou no Protheus, tem pedido pendente ou oportunidade aberta no Zoho CRM (evita dupla contagem).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Saída Padronizada: Previsão pontual + intervalo de incerteza calibrado.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2. Arquitetura Existente e Entregáveis em Produção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 Arquitetura Medallion já existe (a camada Gold atual é exclusiva de um agente específico; consumiremos Bronze e Silver)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5486400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1. Pipeline de Pré/Pós-Processamento (sobre Bronze/Silver)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Consome diretamente as camadas Bronze e Silver já existentes (S360, Protheus e Zoho), sem interferir na camada Gold do agente atual.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Executa joins em SQL (faturamento x amostras) e testes Great Expectations / pytest.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25880"/>
            <a:ext cx="5486400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2. Modelos Preditivos no MLflow (Fabric)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Modelos encadeados (KPI 1 -&gt; KPI 2) versionados no MLflow nativo.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Geração de previsão Real, Potencial, EBIT, faixa de confiança e flags de churn gravados em tabelas dedicadas de saída do Forecast.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77639"/>
            <a:ext cx="5486400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3. Modelo Semântico (DirectLake) e/ou API + Ponte MCP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Modelo Semântico em DirectLake e/ou API conectados às tabelas de saída do Forecast.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Integração via MCP (Fabric-Analytics-MCP / Data Agent) para consulta imediata pelo Power BI e agentes sem tocar na Gold antiga.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977639"/>
            <a:ext cx="5486400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4. Governança de Acurácia (Snapshots + Backtesting)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Reconstrução retroativa sobre o histórico desde 2022 (linha de base imediata).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Tabela de Snapshot Mensal congelando previsto vs. realizado (MAPE e MAE por mês, segmento e cliente + convergência semanal).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3. Restrição Crítica 1: Proteção do Custo Computacional (FinOps F8)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Como processar ~5 milhões de amostras/ano sem competir com o Agente na capacidade F8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356616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Reuso de Bronze/Silver &amp; SQL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Reaproveitamento Total: Leitura direta das camadas Bronze e Silver já existentes no OneLake (zero custo de reingestão).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Isolamento da Gold Atual: Não sobrecarrega nem altera a camada Gold dedicada ao agente em operação.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Joins em SQL (Pushdown): Cruzamento entre faturamento e amostras feito no SQL Endpoint sobre a Silver/Bronze.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325880"/>
            <a:ext cx="356616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Modelagem Econômica (ML Clássico)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Foco em Algoritmos Leves: Uso de statsforecast, LightGBM, XGBoost e scikit-learn em vez de arquiteturas pesadas.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Matriz Custo x Acurácia: Todo candidato a modelo será avaliado pelo consumo de CUs versus ganho real de MAPE.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Treino e Inferência Batch: Execução agendada na madrugada (fora do horário comercial).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325880"/>
            <a:ext cx="356616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Consumo Leve (DirectLake + MCP)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Pré-Materialização: Nenhuma previsão é calculada 'ao vivo' durante o uso do Power BI ou de agentes.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DirectLake: Lê as tabelas de saída do Forecast diretamente do OneLake sem carga de importação.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Cache no MCP: Consultas via MCP leem apenas os resultados pré-calculados do Forecast (custo de CU quase zero).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4. Restrição Crítica 2: Garantia de Acurácia em Produção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Como tratar limitações de dados reais nas camadas Bronze/Silver e superar a convergência tardia (dia 20)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548640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Engenharia de Atributos do Domínio LS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Inferência de Máquinas Paradas/Vendidas (Limitação S360): Como o S360 é só envio, o modelo lê o histórico cru na Bronze/Silver e detecta inatividade pela derivada do horímetro e quebras de coleta.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Sazonalidade Específica por Segmento: Incorpora parada da Cana (nov-mar), safra/safrinha no MT (algodão ~500h/ano, milho, soja), Indústria (mensal/bimestral) e Locomotiva (semanal).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Atualização Dinâmica de Parâmetros: Substitui ticket médio (R$ 1.950) e conversão (5%) fixos de out/2022 pelo comportamento faturado real do ERP Protheus na Silver.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Cross-Check Zoho + Protheus: Elimina dupla contagem no fechamento semanal/mensal.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Validação Científica e Qualidade de Dados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Reconstrução Retroativa (Backtesting): Aplicação da regra atual sobre o histórico desde 2022 para estabelecer o MAPE de referência antes do deploy.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Acompanhamento de Convergência Semanal: Monitoramento do erro semana a semana para antecipar a previsibilidade antes do dia 20.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Snapshot Mensal Imutável: Congelamento das previsões emitidas a cada ciclo para auditoria transparente (Previsto x Realizado).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Travas com Great Expectations + pytest: Bloqueio automático de registros com horímetro inválido, timestamps corrompidos ou chaves órfãs.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5. Plano de Execução e Estimativa de Esforço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Prazo total estimado: ~21 a 30 dias (integral) ou ~42 a 60 dias úteis / 8 a 12 semanas (4-6h/dia)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729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516575"/>
                <a:gridCol w="1554480"/>
                <a:gridCol w="1554480"/>
              </a:tblGrid>
              <a:tr h="70539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Fase do Projeto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Entregas e Atividades Principais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Integral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Parcial (4-6h/d)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Fase 0 — Descoberta e Auditoria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Mapear tabelas nas camadas Bronze e Silver existentes (S360/ERP/Zoho); validar chaves e auditar horímetro.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3–4 dias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6–8 dias úteis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Fase 1 — Pipeline Pré-Processamento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Conectar às camadas Bronze/Silver existentes; criar joins SQL (faturamento x amostras) e features (sem tocar na Gold atual).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4–6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8–12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Fase 2 — KPI 1: Consumo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Modelos de previsão Real (horímetro/sazonalidade) e Potencial (benchmark similares); alertas &gt;20% e churn.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4–6 dias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8–12 dias úteis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Fase 3 — KPI 2: Vendas / EBIT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Correlação consumo-&gt;venda; 6 componentes do Forecast; cross-check Zoho/Protheus; previsão semanal/mensal.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4–6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8–12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Fase 4 — Validação e Snapshots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Reconstrução retroativa (baseline); cálculo de MAPE/MAE; Snapshot Mensal; testes pytest / Great Expectations.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3–4 dias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6–8 dias úteis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Fase 5 — Entrega, FinOps e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Publicação do Modelo Semântico (DirectLake) / API sobre as saídas do Forecast; integração MCP; auditoria F8 e handoff.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3–4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6–8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6. Pauta de Validação para Destravar a Fase 0 Hoje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Confirmações necessárias com Negócio (Bahia / Keli) e TI/Dados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548640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Bloco A — Acesso às Camadas Bronze/Silver (TI / Dados)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1. Liberação de Leitura (Bronze e Silver): Liberar acesso às camadas Bronze e Silver já existentes (S360, Protheus e Zoho) para o usuário Rafael Roriz, mantendo a camada Gold atual isolada para o agente específico.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2. Mapeamento no Dicionário de Dados: Confirmar os nomes exatos das tabelas nas camadas Bronze e Silver (preenchimento das células em amarelo).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3. Chave de Equipamento (S360): Qual é o campo exato na Bronze/Silver do S360 que faz o join com a Calculadora de Amostras?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4. Janela da Capacidade F8: Qual o horário de menor carga do Agente atual para agendarmos a nossa pipeline de pré-processamento e inferência?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700"/>
              </a:spcAft>
              <a:defRPr sz="1550" b="1">
                <a:solidFill>
                  <a:srgbClr val="1E3A8A"/>
                </a:solidFill>
              </a:defRPr>
            </a:pPr>
            <a:r>
              <a:t>Bloco B — Regras de Negócio e Entregável (Bahia / Keli)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5. Origem do Annual Sample Potential: No Customer Status 2026 está colado como valor fixo — vem da Calculadora ou de benchmark de similares? Quais parâmetros?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6. Ticket Médio e Conversão: Atualização dos parâmetros de out/2022 (R$ 1.950 e 5%) ou cálculo dinâmico direto pelos dados do ERP na Silver?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7. Regra de Recorrência e Histórico: Confirmada a regra (&gt;=6m/12 e &lt;90d, sem os 70%)? Existem forecasts anteriores salvos para compararmos no backtesting?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8. Aprovação do Entregável: Confirmar Modelo Semântico (DirectLake) e/ou API sobre as tabelas de saída do Forecast + integração via MCP.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